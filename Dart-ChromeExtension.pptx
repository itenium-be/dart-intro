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3"/>
  </p:sldMasterIdLst>
  <p:sldIdLst>
    <p:sldId id="257" r:id="rId4"/>
    <p:sldId id="262" r:id="rId5"/>
    <p:sldId id="263" r:id="rId6"/>
    <p:sldId id="264" r:id="rId7"/>
    <p:sldId id="261" r:id="rId8"/>
    <p:sldId id="25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881C957-713E-439F-A185-AB1815E8D0B7}">
          <p14:sldIdLst>
            <p14:sldId id="257"/>
            <p14:sldId id="262"/>
            <p14:sldId id="263"/>
            <p14:sldId id="264"/>
            <p14:sldId id="261"/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82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rt-gde/dart-chrome-app-samples" TargetMode="External"/><Relationship Id="rId2" Type="http://schemas.openxmlformats.org/officeDocument/2006/relationships/hyperlink" Target="https://github.com/Mottie/GitHub-userscript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JaceHensley/verter" TargetMode="External"/><Relationship Id="rId4" Type="http://schemas.openxmlformats.org/officeDocument/2006/relationships/hyperlink" Target="https://github.com/jerone/UserScripts/tree/master/Marktplaats_Exchanger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customXml" Target="../../customXml/item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BC6A6-A918-4752-8986-97D316FDC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955431"/>
            <a:ext cx="8676222" cy="1243549"/>
          </a:xfrm>
        </p:spPr>
        <p:txBody>
          <a:bodyPr>
            <a:noAutofit/>
          </a:bodyPr>
          <a:lstStyle/>
          <a:p>
            <a:r>
              <a:rPr lang="nl-BE" sz="6600" cap="none" dirty="0"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pic>
        <p:nvPicPr>
          <p:cNvPr id="1026" name="Picture 2" descr="Latest Release of Google's Dart Language Previews New Safety Features | IT  Pro">
            <a:extLst>
              <a:ext uri="{FF2B5EF4-FFF2-40B4-BE49-F238E27FC236}">
                <a16:creationId xmlns:a16="http://schemas.microsoft.com/office/drawing/2014/main" id="{D3C524B5-BCC3-4D62-A248-7584B02ED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005" y="2250459"/>
            <a:ext cx="7657690" cy="3983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893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219D-AC51-4AC7-B0A8-2E25BF9D3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300"/>
            <a:ext cx="9905998" cy="1905000"/>
          </a:xfrm>
        </p:spPr>
        <p:txBody>
          <a:bodyPr/>
          <a:lstStyle/>
          <a:p>
            <a:r>
              <a:rPr lang="en-US" dirty="0"/>
              <a:t>Overview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8792A-526E-4BA3-A22F-27251CDFF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38299"/>
            <a:ext cx="9905998" cy="3889665"/>
          </a:xfrm>
        </p:spPr>
        <p:txBody>
          <a:bodyPr/>
          <a:lstStyle/>
          <a:p>
            <a:r>
              <a:rPr lang="en-US" dirty="0"/>
              <a:t>Compiles to ARM, x64 (Mobile, Desktop, Backend) or JavaScript (Web)</a:t>
            </a:r>
          </a:p>
          <a:p>
            <a:r>
              <a:rPr lang="en-US" dirty="0"/>
              <a:t>(Optional) Static Type Checking (~TypeScript) &amp; Sound Null Safety</a:t>
            </a:r>
          </a:p>
          <a:p>
            <a:r>
              <a:rPr lang="en-US" dirty="0"/>
              <a:t>Dart VM, JIT &amp; AOT Compilation</a:t>
            </a:r>
          </a:p>
          <a:p>
            <a:r>
              <a:rPr lang="en-US" dirty="0"/>
              <a:t>Generational GC</a:t>
            </a:r>
          </a:p>
          <a:p>
            <a:r>
              <a:rPr lang="en-US" dirty="0"/>
              <a:t>Hot reload</a:t>
            </a:r>
          </a:p>
          <a:p>
            <a:r>
              <a:rPr lang="en-US" dirty="0"/>
              <a:t>CLI Tools, Http Servers, Flutter Apps</a:t>
            </a:r>
          </a:p>
          <a:p>
            <a:r>
              <a:rPr lang="en-US" dirty="0" err="1"/>
              <a:t>Pubspec.yaml</a:t>
            </a:r>
            <a:r>
              <a:rPr lang="en-US" dirty="0"/>
              <a:t> (~NPM)</a:t>
            </a:r>
          </a:p>
        </p:txBody>
      </p:sp>
    </p:spTree>
    <p:extLst>
      <p:ext uri="{BB962C8B-B14F-4D97-AF65-F5344CB8AC3E}">
        <p14:creationId xmlns:p14="http://schemas.microsoft.com/office/powerpoint/2010/main" val="1325155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219D-AC51-4AC7-B0A8-2E25BF9D3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300"/>
            <a:ext cx="9905998" cy="1905000"/>
          </a:xfrm>
        </p:spPr>
        <p:txBody>
          <a:bodyPr/>
          <a:lstStyle/>
          <a:p>
            <a:r>
              <a:rPr lang="en-US" dirty="0"/>
              <a:t>Packages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8792A-526E-4BA3-A22F-27251CDFF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54727"/>
            <a:ext cx="9905998" cy="4852555"/>
          </a:xfrm>
        </p:spPr>
        <p:txBody>
          <a:bodyPr/>
          <a:lstStyle/>
          <a:p>
            <a:r>
              <a:rPr lang="en-US" dirty="0" err="1"/>
              <a:t>Dart:async</a:t>
            </a:r>
            <a:r>
              <a:rPr lang="en-US" dirty="0"/>
              <a:t> – Futures &amp; Streams, async/await</a:t>
            </a:r>
          </a:p>
          <a:p>
            <a:r>
              <a:rPr lang="en-US" dirty="0" err="1"/>
              <a:t>Dart:collection</a:t>
            </a:r>
            <a:r>
              <a:rPr lang="en-US" dirty="0"/>
              <a:t> – List, Map, Set, …</a:t>
            </a:r>
          </a:p>
          <a:p>
            <a:r>
              <a:rPr lang="en-US" dirty="0" err="1"/>
              <a:t>Dart:convert</a:t>
            </a:r>
            <a:r>
              <a:rPr lang="en-US" dirty="0"/>
              <a:t> – </a:t>
            </a:r>
            <a:r>
              <a:rPr lang="en-US" dirty="0" err="1"/>
              <a:t>json.encode</a:t>
            </a:r>
            <a:r>
              <a:rPr lang="en-US" dirty="0"/>
              <a:t>(), Base64, …</a:t>
            </a:r>
          </a:p>
          <a:p>
            <a:r>
              <a:rPr lang="en-US" dirty="0" err="1"/>
              <a:t>Dart:Math</a:t>
            </a:r>
            <a:r>
              <a:rPr lang="en-US" dirty="0"/>
              <a:t> – Random, Point, pi, max/min, sqrt, …</a:t>
            </a:r>
          </a:p>
          <a:p>
            <a:r>
              <a:rPr lang="en-US" dirty="0"/>
              <a:t>Dart.io – Files, Sockers, Http</a:t>
            </a:r>
          </a:p>
          <a:p>
            <a:r>
              <a:rPr lang="en-US" dirty="0" err="1"/>
              <a:t>Dart:Isolate</a:t>
            </a:r>
            <a:r>
              <a:rPr lang="en-US" dirty="0"/>
              <a:t> –  ~Threads</a:t>
            </a:r>
          </a:p>
          <a:p>
            <a:r>
              <a:rPr lang="en-US" dirty="0" err="1"/>
              <a:t>Dart:Core</a:t>
            </a:r>
            <a:r>
              <a:rPr lang="en-US" dirty="0"/>
              <a:t> &amp; </a:t>
            </a:r>
            <a:r>
              <a:rPr lang="en-US" dirty="0" err="1"/>
              <a:t>Dart:Html</a:t>
            </a:r>
            <a:r>
              <a:rPr lang="en-US" dirty="0"/>
              <a:t> - Examples</a:t>
            </a:r>
          </a:p>
        </p:txBody>
      </p:sp>
    </p:spTree>
    <p:extLst>
      <p:ext uri="{BB962C8B-B14F-4D97-AF65-F5344CB8AC3E}">
        <p14:creationId xmlns:p14="http://schemas.microsoft.com/office/powerpoint/2010/main" val="1813925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219D-AC51-4AC7-B0A8-2E25BF9D3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300"/>
            <a:ext cx="9905998" cy="1905000"/>
          </a:xfrm>
        </p:spPr>
        <p:txBody>
          <a:bodyPr/>
          <a:lstStyle/>
          <a:p>
            <a:r>
              <a:rPr lang="en-US" dirty="0" err="1"/>
              <a:t>Dart:Html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8792A-526E-4BA3-A22F-27251CDFF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54727"/>
            <a:ext cx="9905998" cy="4852555"/>
          </a:xfrm>
        </p:spPr>
        <p:txBody>
          <a:bodyPr/>
          <a:lstStyle/>
          <a:p>
            <a:r>
              <a:rPr lang="en-US" dirty="0" err="1"/>
              <a:t>querySelector</a:t>
            </a:r>
            <a:r>
              <a:rPr lang="en-US" dirty="0"/>
              <a:t>(‘</a:t>
            </a:r>
            <a:r>
              <a:rPr lang="en-US" dirty="0" err="1"/>
              <a:t>css</a:t>
            </a:r>
            <a:r>
              <a:rPr lang="en-US" dirty="0"/>
              <a:t> selector’) &amp; </a:t>
            </a:r>
            <a:r>
              <a:rPr lang="en-US" dirty="0" err="1"/>
              <a:t>querySelectorAll</a:t>
            </a:r>
            <a:r>
              <a:rPr lang="en-US" dirty="0"/>
              <a:t>(‘</a:t>
            </a:r>
            <a:r>
              <a:rPr lang="en-US" dirty="0" err="1"/>
              <a:t>css</a:t>
            </a:r>
            <a:r>
              <a:rPr lang="en-US"/>
              <a:t> selector</a:t>
            </a:r>
            <a:r>
              <a:rPr lang="en-US" dirty="0"/>
              <a:t>’)</a:t>
            </a:r>
          </a:p>
          <a:p>
            <a:r>
              <a:rPr lang="en-US" dirty="0"/>
              <a:t>Types: </a:t>
            </a:r>
          </a:p>
          <a:p>
            <a:pPr lvl="1"/>
            <a:r>
              <a:rPr lang="en-US" dirty="0"/>
              <a:t>Element – the base class</a:t>
            </a:r>
          </a:p>
          <a:p>
            <a:pPr lvl="1"/>
            <a:r>
              <a:rPr lang="en-US" dirty="0" err="1"/>
              <a:t>AnchorElement</a:t>
            </a:r>
            <a:r>
              <a:rPr lang="en-US" dirty="0"/>
              <a:t>, </a:t>
            </a:r>
            <a:r>
              <a:rPr lang="en-US" dirty="0" err="1"/>
              <a:t>ButtonElement</a:t>
            </a:r>
            <a:r>
              <a:rPr lang="en-US" dirty="0"/>
              <a:t>, </a:t>
            </a:r>
            <a:r>
              <a:rPr lang="en-US" dirty="0" err="1"/>
              <a:t>DivElement</a:t>
            </a:r>
            <a:r>
              <a:rPr lang="en-US" dirty="0"/>
              <a:t>, …</a:t>
            </a:r>
          </a:p>
          <a:p>
            <a:pPr lvl="1"/>
            <a:r>
              <a:rPr lang="en-US" dirty="0" err="1"/>
              <a:t>TableElement</a:t>
            </a:r>
            <a:r>
              <a:rPr lang="en-US" dirty="0"/>
              <a:t>, </a:t>
            </a:r>
            <a:r>
              <a:rPr lang="en-US" dirty="0" err="1"/>
              <a:t>TableRowElement</a:t>
            </a:r>
            <a:r>
              <a:rPr lang="en-US" dirty="0"/>
              <a:t>, </a:t>
            </a:r>
            <a:r>
              <a:rPr lang="en-US" dirty="0" err="1"/>
              <a:t>TableCellElement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544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BE331-9127-4D67-863B-44B865DE7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302327"/>
          </a:xfrm>
        </p:spPr>
        <p:txBody>
          <a:bodyPr/>
          <a:lstStyle/>
          <a:p>
            <a:r>
              <a:rPr lang="en-US" dirty="0"/>
              <a:t>Chrome Extension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F2D56-3F73-4BDB-8A3B-8199CCCB3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11927"/>
            <a:ext cx="9905998" cy="4005109"/>
          </a:xfrm>
        </p:spPr>
        <p:txBody>
          <a:bodyPr>
            <a:normAutofit/>
          </a:bodyPr>
          <a:lstStyle/>
          <a:p>
            <a:r>
              <a:rPr lang="en-US" dirty="0"/>
              <a:t>Chrome Web Store with </a:t>
            </a:r>
            <a:r>
              <a:rPr lang="en-US" dirty="0" err="1"/>
              <a:t>Manifest.Json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>
                <a:hlinkClick r:id="rId2"/>
              </a:rPr>
              <a:t>https://github.com/Mottie/GitHub-userscripts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https://github.com/dart-gde/dart-chrome-app-samples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https://github.com/jerone/UserScripts/tree/master/Marktplaats_Exchanger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https://github.com/JaceHensley/verter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409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150AD-E424-490F-A3E6-147D047AF505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88884" y="-22188"/>
            <a:ext cx="3183776" cy="86089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A4E1AC5B-8214-4120-888B-F1D12A2CD530}"/>
              </a:ext>
            </a:extLst>
          </p:cNvPr>
          <p:cNvSpPr txBox="1">
            <a:spLocks/>
          </p:cNvSpPr>
          <p:nvPr/>
        </p:nvSpPr>
        <p:spPr>
          <a:xfrm>
            <a:off x="934935" y="838705"/>
            <a:ext cx="9905998" cy="10785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nl-BE" dirty="0"/>
              <a:t>Next time?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FA93E0F-01E9-44EF-8C7B-498E0D4A24E3}"/>
              </a:ext>
            </a:extLst>
          </p:cNvPr>
          <p:cNvSpPr txBox="1">
            <a:spLocks/>
          </p:cNvSpPr>
          <p:nvPr/>
        </p:nvSpPr>
        <p:spPr>
          <a:xfrm>
            <a:off x="1143001" y="2234380"/>
            <a:ext cx="9905998" cy="3495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21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BE" dirty="0"/>
              <a:t>Mobile Development (ReactNative, Flutter, ...)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BE" dirty="0"/>
              <a:t>DeepDive Library X (vb: Formik, TypeScript, Git)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BE" dirty="0"/>
              <a:t>WebSockets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BE" dirty="0"/>
              <a:t>Introduction Language: Rust, Wasm, Python, AutoHotkey, ...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BE" dirty="0"/>
              <a:t>Docker, MongoDb, Redux, ...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BE"/>
              <a:t>Security</a:t>
            </a:r>
            <a:r>
              <a:rPr lang="nl-BE" dirty="0"/>
              <a:t>, MicroServices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178006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F4B54B"/>
      </a:accent1>
      <a:accent2>
        <a:srgbClr val="A2C84E"/>
      </a:accent2>
      <a:accent3>
        <a:srgbClr val="4BC298"/>
      </a:accent3>
      <a:accent4>
        <a:srgbClr val="4CB5D3"/>
      </a:accent4>
      <a:accent5>
        <a:srgbClr val="9167E3"/>
      </a:accent5>
      <a:accent6>
        <a:srgbClr val="E05073"/>
      </a:accent6>
      <a:hlink>
        <a:srgbClr val="E19520"/>
      </a:hlink>
      <a:folHlink>
        <a:srgbClr val="E8B15D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DD1DAD52-B525-46B5-8E87-60EE23581B9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2.xml><?xml version="1.0" encoding="utf-8"?>
<Control xmlns="http://schemas.microsoft.com/VisualStudio/2011/storyboarding/control">
  <Id Name="fdd9b7ab-5c3f-4967-99ac-20e89b475fed" Revision="1" Stencil="System.MyShapes" StencilVersion="1.0"/>
</Control>
</file>

<file path=customXml/itemProps1.xml><?xml version="1.0" encoding="utf-8"?>
<ds:datastoreItem xmlns:ds="http://schemas.openxmlformats.org/officeDocument/2006/customXml" ds:itemID="{83121EFB-4893-415B-B7BD-F940E893B2BD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6E2ACFCE-F550-472C-AFCC-C00F3C2FBE4F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1868</TotalTime>
  <Words>266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Mesh</vt:lpstr>
      <vt:lpstr>dart</vt:lpstr>
      <vt:lpstr>Overview</vt:lpstr>
      <vt:lpstr>Packages</vt:lpstr>
      <vt:lpstr>Dart:Html</vt:lpstr>
      <vt:lpstr>Chrome Extension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</dc:title>
  <dc:creator>steven robijns</dc:creator>
  <cp:lastModifiedBy>Wouter Van Schandevijl</cp:lastModifiedBy>
  <cp:revision>66</cp:revision>
  <dcterms:created xsi:type="dcterms:W3CDTF">2018-11-27T12:20:05Z</dcterms:created>
  <dcterms:modified xsi:type="dcterms:W3CDTF">2021-08-25T13:52:21Z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